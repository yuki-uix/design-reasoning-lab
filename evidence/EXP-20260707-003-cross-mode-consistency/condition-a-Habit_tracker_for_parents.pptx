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introduce the product in one line before moving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tension: existing habit apps don't fit this audience's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design pillars that guide every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daily screen — the core loop of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streak trail and explain the neutral treatment of missed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quick setup is — name, schedule, reminder,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breathing-room slide before closing — no bullets, just the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roadmap direction;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77667"/>
            <a:ext cx="17183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4172992"/>
            <a:ext cx="14668500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4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Tracker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333500" y="5635972"/>
            <a:ext cx="1177290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dirty="0">
                <a:solidFill>
                  <a:srgbClr val="5A5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calm way for busy working parents to build small daily routines.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563267"/>
            <a:ext cx="17183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3144292"/>
            <a:ext cx="12753975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habit apps aren't built for people this busy.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5354092"/>
            <a:ext cx="4851350" cy="2369641"/>
          </a:xfrm>
          <a:prstGeom prst="roundRect">
            <a:avLst>
              <a:gd name="adj" fmla="val 11255"/>
            </a:avLst>
          </a:prstGeom>
          <a:solidFill>
            <a:srgbClr val="FFFFFF"/>
          </a:solidFill>
          <a:ln w="9525">
            <a:solidFill>
              <a:srgbClr val="ECE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2125" y="5858917"/>
            <a:ext cx="4113923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time to spare for setup, tracking, or tweaking.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718250" y="5354092"/>
            <a:ext cx="4851499" cy="2369641"/>
          </a:xfrm>
          <a:prstGeom prst="roundRect">
            <a:avLst>
              <a:gd name="adj" fmla="val 11255"/>
            </a:avLst>
          </a:prstGeom>
          <a:solidFill>
            <a:srgbClr val="FFFFFF"/>
          </a:solidFill>
          <a:ln w="9525">
            <a:solidFill>
              <a:srgbClr val="ECE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6875" y="5858917"/>
            <a:ext cx="4114077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missed day reads like a red X — a small failure, not a fine one.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2103150" y="5354092"/>
            <a:ext cx="4851350" cy="2369641"/>
          </a:xfrm>
          <a:prstGeom prst="roundRect">
            <a:avLst>
              <a:gd name="adj" fmla="val 11255"/>
            </a:avLst>
          </a:prstGeom>
          <a:solidFill>
            <a:srgbClr val="FFFFFF"/>
          </a:solidFill>
          <a:ln w="9525">
            <a:solidFill>
              <a:srgbClr val="ECE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31775" y="5858917"/>
            <a:ext cx="4113923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 a few small wins, not another to-do list to manage.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114675"/>
            <a:ext cx="17183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3695700"/>
            <a:ext cx="136207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principles guide every screen.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5219700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500" y="5791200"/>
            <a:ext cx="5280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steps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33500" y="6372225"/>
            <a:ext cx="49446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8A8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 habits at a time — nothing overwhelming.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743700" y="5219700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743700" y="5791200"/>
            <a:ext cx="5280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nudges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43700" y="6372225"/>
            <a:ext cx="49446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8A8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that show up quietly, at a time that works.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153900" y="5219700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153900" y="5791200"/>
            <a:ext cx="5280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guilt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153900" y="6372225"/>
            <a:ext cx="49446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8A8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days stay neutral. Progress is never a grade.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611017"/>
            <a:ext cx="85915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VIEW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4192042"/>
            <a:ext cx="8044815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 habits, one tap to check off.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5761583"/>
            <a:ext cx="62788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A5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summary shows how the day is going — without turning it into a scoreboard.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9671" b="-49671"/>
          <a:stretch/>
        </p:blipFill>
        <p:spPr>
          <a:xfrm>
            <a:off x="9715500" y="857250"/>
            <a:ext cx="7239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9671" b="-49671"/>
          <a:stretch/>
        </p:blipFill>
        <p:spPr>
          <a:xfrm>
            <a:off x="1333500" y="857250"/>
            <a:ext cx="72390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0" y="3917603"/>
            <a:ext cx="85915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9144000" y="4498628"/>
            <a:ext cx="8591550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trail, not a report card.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0" y="5454848"/>
            <a:ext cx="62788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A5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dots mark a day done. Open dots just mean a day passed — never shown in red.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611017"/>
            <a:ext cx="85915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HABIT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4192042"/>
            <a:ext cx="8044815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it, set a rhythm, pick a reminder.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5761583"/>
            <a:ext cx="62788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A5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short steps — under a minute from idea to habit.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9671" b="-49671"/>
          <a:stretch/>
        </p:blipFill>
        <p:spPr>
          <a:xfrm>
            <a:off x="9715500" y="857250"/>
            <a:ext cx="7239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B8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32894" y="3835747"/>
            <a:ext cx="22222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150" kern="0" dirty="0">
                <a:solidFill>
                  <a:srgbClr val="EA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PROMISE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785938" y="4569172"/>
            <a:ext cx="14716125" cy="192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that fits into a busy life — without the guilt.</a:t>
            </a:r>
            <a:endParaRPr lang="en-US" sz="5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14650"/>
            <a:ext cx="17183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3495675"/>
            <a:ext cx="136207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product goes from here.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500" y="4981575"/>
            <a:ext cx="4851350" cy="2390775"/>
          </a:xfrm>
          <a:prstGeom prst="roundRect">
            <a:avLst>
              <a:gd name="adj" fmla="val 11155"/>
            </a:avLst>
          </a:prstGeom>
          <a:solidFill>
            <a:srgbClr val="FFFFFF"/>
          </a:solidFill>
          <a:ln w="9525">
            <a:solidFill>
              <a:srgbClr val="ECE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2125" y="5486400"/>
            <a:ext cx="439351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habits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762125" y="6067425"/>
            <a:ext cx="41139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8A8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partners see and cheer on each other's routines.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718250" y="4981575"/>
            <a:ext cx="4851499" cy="2390775"/>
          </a:xfrm>
          <a:prstGeom prst="roundRect">
            <a:avLst>
              <a:gd name="adj" fmla="val 11155"/>
            </a:avLst>
          </a:prstGeom>
          <a:solidFill>
            <a:srgbClr val="FFFFFF"/>
          </a:solidFill>
          <a:ln w="9525">
            <a:solidFill>
              <a:srgbClr val="ECE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6875" y="5486400"/>
            <a:ext cx="439367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reminders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146875" y="6067425"/>
            <a:ext cx="411407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8A8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moments a reminder is actually welcome.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03150" y="4981575"/>
            <a:ext cx="4851350" cy="2390775"/>
          </a:xfrm>
          <a:prstGeom prst="roundRect">
            <a:avLst>
              <a:gd name="adj" fmla="val 11155"/>
            </a:avLst>
          </a:prstGeom>
          <a:solidFill>
            <a:srgbClr val="FFFFFF"/>
          </a:solidFill>
          <a:ln w="9525">
            <a:solidFill>
              <a:srgbClr val="ECE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1775" y="5486400"/>
            <a:ext cx="439351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phone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31775" y="6067425"/>
            <a:ext cx="41139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8A8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view for planning the week ahead.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2026-07-09T01:36:56Z</dcterms:created>
  <dcterms:modified xsi:type="dcterms:W3CDTF">2026-07-09T01:36:56Z</dcterms:modified>
</cp:coreProperties>
</file>